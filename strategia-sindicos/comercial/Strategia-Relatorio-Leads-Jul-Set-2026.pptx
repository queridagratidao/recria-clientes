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1633"/>
          </a:solidFill>
          <a:ln/>
        </p:spPr>
      </p:sp>
      <p:pic>
        <p:nvPicPr>
          <p:cNvPr id="3" name="Image 0" descr="/home/user/recria-clientes/strategia-sindicos/assets/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965960" cy="5503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de Tráfego Pago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&amp; Captação de Condomínios — Julho a Setembro 2026</a:t>
            </a:r>
            <a:endParaRPr lang="en-US" sz="2000" dirty="0"/>
          </a:p>
        </p:txBody>
      </p:sp>
      <p:pic>
        <p:nvPicPr>
          <p:cNvPr id="6" name="Image 1" descr="/tmp/claude-0/-home-user-recria-clientes/ed970404-9450-578b-9fe9-165247c29d39/scratchpad/strategia-deck/recria-logo-cropp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23560"/>
            <a:ext cx="960120" cy="6799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1168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prévios para reunião  ·  Preparado por Agência Recria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até aqui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leads recebidos entre julho e setembro, via formulário do site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5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ativada no final de julho/2026 — estamos completando apenas ~2 meses de veiculação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11633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39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recebidos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80360" y="173736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11633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8036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39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880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Contatados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(1ª tentativa feita)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212080" y="173736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11633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1208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55D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880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Retornaram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43800" y="173736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11633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54380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2F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880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Propostas em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aberta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0" y="173736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11633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87552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2F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10012680" y="2880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116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4348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funil: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contato está excelente (15/16), mas a conversão de contato em retorno cai forte (6/15). O gargalo não é geração de lead — é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 de follow-up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Já temos 1 venda fechada (Rafael/Aquarius) e 3 negociações reais em aberto (Letícia, Luiz, Sabrina) aguardando decisão de assembleia/moradores.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Síndicos  ·  Relatório de Performance — Leads Jul–Set 2026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Recria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 e custo por lead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F4F7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 mensal atual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539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R$ 1.500 / mês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leads (agendamento)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R$ 1.000  (67%)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/ brand / seguidores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5D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R$ 500  (33%)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466344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 (meta)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 – R$ 100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 lead convertido (Rafael)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4617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D2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663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meta estabelecida — a campanha está em amadurecimento para reduzir o custo trazendo lead cada vez mais qualificado.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0116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1488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por lead já está dentro da faixa saudável (R$50–100) — o problema não é o topo do funil.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follow-up completo (10 tentativas), o mesmo volume de lead gerado hoje pode produzir muito mais vendas, sem gastar mais em mídia.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lead não atendido a tempo é dinheiro pago ao concorrente: ele preencheu o formulário de outra assessoria também.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Síndicos  ·  Relatório de Performance — Leads Jul–Set 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Recria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Criativos residenciais — o que está performando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dos 16 leads por criativo de origem — variação de gancho e imagem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48156" y="1554480"/>
            <a:ext cx="3017520" cy="44119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11633">
                <a:alpha val="15000"/>
              </a:srgbClr>
            </a:outerShdw>
          </a:effectLst>
        </p:spPr>
      </p:sp>
      <p:pic>
        <p:nvPicPr>
          <p:cNvPr id="5" name="Image 0" descr="/home/user/recria-clientes/strategia-sindicos/Strategia  Cond. Residencial Ads 1 - CRIATIVO CAMPEÃO o maior volume de lead esta vindo de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57884" y="1664208"/>
            <a:ext cx="2798064" cy="34975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57884" y="52349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D2F0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57884" y="52349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 CAMPEÃO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357884" y="554583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indent="0" marL="0">
              <a:buNone/>
            </a:pPr>
            <a:r>
              <a:rPr lang="en-US" sz="10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16 leads · inclui a venda do Rafael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85716" y="1554480"/>
            <a:ext cx="3017520" cy="44119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11633">
                <a:alpha val="15000"/>
              </a:srgbClr>
            </a:outerShdw>
          </a:effectLst>
        </p:spPr>
      </p:sp>
      <p:pic>
        <p:nvPicPr>
          <p:cNvPr id="10" name="Image 1" descr="/home/user/recria-clientes/strategia-sindicos/Strategia  Cond. Residencial Ads 5 - segundo melhor criativ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5444" y="1664208"/>
            <a:ext cx="2798064" cy="34975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95444" y="52349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5399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5444" y="52349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melhor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4695444" y="554583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16 leads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923276" y="1554480"/>
            <a:ext cx="3017520" cy="44119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11633">
                <a:alpha val="15000"/>
              </a:srgbClr>
            </a:outerShdw>
          </a:effectLst>
        </p:spPr>
      </p:sp>
      <p:pic>
        <p:nvPicPr>
          <p:cNvPr id="15" name="Image 2" descr="/home/user/recria-clientes/strategia-sindicos/Strategia  Cond. Residencial Ads 4 - terceiro melhor criativ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33004" y="1664208"/>
            <a:ext cx="2798064" cy="34975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33004" y="52349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155DFD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33004" y="52349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melhor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8033004" y="554583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16 leads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Síndicos  ·  Relatório de Performance — Leads Jul–Set 2026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Recria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gargalo: cadência de atendimento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1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2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 vs. realizado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tentativas de contato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combinadas antes 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desclassificar o lead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103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D2F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tentativas em média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feitas hoje na prática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 registro após isso)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deixando dinheiro na mesa: leads que já custaram R$50–100 param de ser trabalhados na 2ª tentativa, quando o combinado prevê seguir até a 10ª.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conduz a negociação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1031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Marcella (time Strategia) faz todo o contato: WhatsApp, ligação e e-mail, do 1º toque até o fechamento ou a desistência do lead.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enviamos à Strategia um documento com sugestões de abordagem para a Marcella, por canal e por momento da cadência — do 1º contato até a última tentativa.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não é orientação, é rotina: garantir que as 10 tentativas realmente aconteçam, no ritmo certo.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Síndicos  ·  Relatório de Performance — Leads Jul–Set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Recria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Rotina recomendada para a Marcella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atual de leads já é suficiente para caber em 2 blocos fixos de atendimento por dia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A235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D2F0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 · 1º horário do dia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outra demanda (exceto urgência): responder leads novos e seguir a cadência dos leads em aberto.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A235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55D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 · horário fixo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5146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passada de follow-up: retomar quem não respondeu de manhã e avançar a cadência de tentativas.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ED2F0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0233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velocidade de resposta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entrou em horário comercial → atender imediatamente. Se não for algo muito urgente, pausar a tarefa em andamento para responder.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entrou fora do horário comercial → atender o mais cedo possível no dia seguinte (ex.: 9h).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entrou sexta à noite ou fim de semana → primeiro contato logo na segunda-feira, cedo.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demorar, o lead vai procurar o concorrente." — atendimento rápido é o principal diferencial competitivo agora.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Canais ativos e uma decisão pendente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toda a verba roda 100% em Meta Ads (Instagram/Facebook) — o Google Ads ainda não está ativo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atual do Google Ads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313432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286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Google Ads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816352"/>
            <a:ext cx="201168" cy="201168"/>
          </a:xfrm>
          <a:prstGeom prst="ellipse">
            <a:avLst/>
          </a:prstGeom>
          <a:solidFill>
            <a:srgbClr val="ED2F0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27889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cadastrado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7889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D2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319272"/>
            <a:ext cx="201168" cy="201168"/>
          </a:xfrm>
          <a:prstGeom prst="ellipse">
            <a:avLst/>
          </a:prstGeom>
          <a:solidFill>
            <a:srgbClr val="ED2F0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3291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ativos no Google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291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D2F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931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cartão de pagamento cadastrado, a conta não consegue veicular nenhum anúncio no Google — é o único bloqueio técnico hoje.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0116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737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de direcional do Beto e da Mari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2860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ativar Google Ads? Se sim, a partir de quando?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verba será separada (nova verba além dos R$1.500/mês atuais) ou vamos diluir parte da verba de Meta para também rodar no Google?</a:t>
            </a:r>
            <a:endParaRPr lang="en-US" sz="1350" dirty="0"/>
          </a:p>
          <a:p>
            <a:pPr marL="342900" indent="-342900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decisão for ativar: preciso do cartão para cadastrar na conta Google Ads já criada.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46520" y="475488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ED2F0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47548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retorno para seguir com o planejamento de outubro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Síndicos  ·  Relatório de Performance — Leads Jul–Set 2026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Recria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420624" cy="420624"/>
          </a:xfrm>
          <a:prstGeom prst="ellipse">
            <a:avLst/>
          </a:prstGeom>
          <a:solidFill>
            <a:srgbClr val="ED2F0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01498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Firmar a rotina da Marcella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984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fixo de manhã e à tarde para atendimento de leads, seguindo as 10 tentativas de cadência já combinadas e o documento de abordagem por canal enviado à Strategia.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20624" cy="420624"/>
          </a:xfrm>
          <a:prstGeom prst="ellipse">
            <a:avLst/>
          </a:prstGeom>
          <a:solidFill>
            <a:srgbClr val="ED2F0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88366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os criativos residenciais atuais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1671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criativos em teste seguem performando bem (o campeão sozinho trouxe 8 dos 16 leads, incluindo a venda). Sem necessidade de trocar agora.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420624" cy="420624"/>
          </a:xfrm>
          <a:prstGeom prst="ellipse">
            <a:avLst/>
          </a:prstGeom>
          <a:solidFill>
            <a:srgbClr val="ED2F0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75234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criativos para condomínios comerciais/corporativos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35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(texto dos anúncios) para o público comercial/corporativo já foi aprovada anteriormente pela Mari. Estamos na etapa de criação das peças e, em seguida, enviaremos no grupo para aprovação e ativação até a primeira quinzena de outubro.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420624" cy="420624"/>
          </a:xfrm>
          <a:prstGeom prst="ellipse">
            <a:avLst/>
          </a:prstGeom>
          <a:solidFill>
            <a:srgbClr val="ED2F0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62102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novos criativos em outubro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044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ciclo de teste A/B a partir de outubro nas duas frentes (residencial e comercial), buscando reduzir o custo por lead qualificado, mantendo os vencedores atuais como controle.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420624" cy="420624"/>
          </a:xfrm>
          <a:prstGeom prst="ellipse">
            <a:avLst/>
          </a:prstGeom>
          <a:solidFill>
            <a:srgbClr val="ED2F0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48970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remarketing com prova social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731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depoimentos/cases já publicados no feed — condomínio gerido pela Marcella e condomínio gerido pela Vanusa — como criativo de remarketing, reimpactando quem já interagiu com o conteúdo mas não preencheu o formulário.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420624" cy="420624"/>
          </a:xfrm>
          <a:prstGeom prst="ellipse">
            <a:avLst/>
          </a:prstGeom>
          <a:solidFill>
            <a:srgbClr val="ED2F0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535838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dezembro e janeiro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6418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E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negociam em dezembro? Têm período de férias — se sim, qual será? Nesse caso, pausar a campanha de leads (não faz sentido gerar lead sem atendimento rápido) e manter só brand/autoridade ativos. Aguardo retorno sobre o período de dezembro e janeiro para ajustarmos os direcionais de conteúdos e anúncios.</a:t>
            </a:r>
            <a:endParaRPr lang="en-US" sz="108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Síndicos  ·  Relatório de Performance — Leads Jul–Set 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Recria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1633"/>
          </a:solidFill>
          <a:ln/>
        </p:spPr>
      </p:sp>
      <p:pic>
        <p:nvPicPr>
          <p:cNvPr id="3" name="Image 0" descr="/home/user/recria-clientes/strategia-sindicos/assets/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965960" cy="55038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Obrigada!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alinhamentos, seguimos à disposição.</a:t>
            </a:r>
            <a:endParaRPr lang="en-US" sz="1600" dirty="0"/>
          </a:p>
        </p:txBody>
      </p:sp>
      <p:pic>
        <p:nvPicPr>
          <p:cNvPr id="6" name="Image 1" descr="/tmp/claude-0/-home-user-recria-clientes/ed970404-9450-578b-9fe9-165247c29d39/scratchpad/strategia-deck/recria-logo-cropp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486400"/>
            <a:ext cx="914400" cy="6475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96596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Recria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965960" y="5870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8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tráfego, performance, conteúdo e branding para a Strategia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2026-09-16T11:31:46Z</dcterms:created>
  <dcterms:modified xsi:type="dcterms:W3CDTF">2026-09-16T11:31:46Z</dcterms:modified>
</cp:coreProperties>
</file>