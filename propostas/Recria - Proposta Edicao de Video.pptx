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NgGxe33yUlYysBdPhlKaihWhvhMpbtcPoRIfDknDtdU/edit?usp=sharing" TargetMode="External"/><Relationship Id="rId2" Type="http://schemas.openxmlformats.org/officeDocument/2006/relationships/hyperlink" Target="https://docs.google.com/document/d/1NgGxe33yUlYysBdPhlKaihWhvhMpbtcPoRIfDknDtdU/edit?usp=shar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3" name="Image 0" descr="logo-rec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91440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3840480"/>
            <a:ext cx="548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de Parceria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4572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Edição de Vídeo para Reels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5212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QUE PRENDE ATENÇÃO, NO RITMO QUE SUA MARCA PRECISA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0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Terceirize a edição dos seus reels com quem já edita para diversos perfis, com identidade visual, cortes e ritmo pensados para reter audiência do primeiro ao último segundo.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EDITAR SEUS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da Agência Recria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reels serão editados pela Amanda ou alguém da sua equipe, com sua supervisão. Amanda é a fundadora da Recria.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falar de planos, um panorama rápido de quem estará à frente das edições do seu conteúdo.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68296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11 anos de atuação no mercado, entre agências e negócios próprios.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620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editou reels para negócios locais, comércios, clínicas, coprodutoras, mentorias, consultorias e marcas de e-commerce.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28016" cy="1280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838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por praticamente todas as frentes de marketing: estrategista, copywriter, designer, social media, gestora de tráfego, audiovisual e roteirista.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6E0D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25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para você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72744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editados com visão de estratégia, comunicação e ritmo, não só corte técnico, pensados para reter audiência e gerar resultado, um trabalho a quatro mãos entre a Recria e a sua equipe.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· EDIÇÃO DE VÍDEO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Reels que já editamos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Reunimos em um único documento os reels já editados pela Recria para diversos perfis, de nichos e formatos diferentes, para você avaliar qualidade, ritmo e variedade de entrega.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D0D0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06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EM VÍDEO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Veja os reels editados para outros perfis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0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organizada com exemplos reais de edição entregues pela Recria, com variedade de nichos, formatos e estilos de corte.</a:t>
            </a:r>
            <a:endParaRPr lang="en-US" sz="1250" dirty="0"/>
          </a:p>
        </p:txBody>
      </p:sp>
      <p:sp>
        <p:nvSpPr>
          <p:cNvPr id="9" name="Shape 7">
            <a:hlinkClick r:id="rId1" tooltip=""/>
          </p:cNvPr>
          <p:cNvSpPr/>
          <p:nvPr/>
        </p:nvSpPr>
        <p:spPr>
          <a:xfrm>
            <a:off x="1005840" y="4023360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C9A24B"/>
          </a:solidFill>
          <a:ln/>
        </p:spPr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10058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PORTFÓLIO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· EDIÇÃO DE VÍDEO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mensal ou pontual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877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 vídeo bruto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envia os vídeos brutos gravados pela sua equipe todo mês.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83864" y="1600200"/>
            <a:ext cx="25877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1828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12464" y="246888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Recria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12464" y="288036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Cortes, ritmo, legendas e identidade visual aplicados a cada reel.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7648" y="1600200"/>
            <a:ext cx="25877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828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56248" y="246888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no prazo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88036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prontos, no formato certo para publicar, dentro do pacote combinado.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6E0D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OBS.: </a:t>
            </a:r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até 3 dias úteis para 1 vídeo e de 5 dias úteis para 4 vídeos.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6E0D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63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materiais extras (thumbnails, capas, cortes adicionais, motion)? Também fazemos, mediante negociação à parte.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· EDIÇÃO DE VÍDEO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de edição de reels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avulso de R$ 65 por reel. Em pacote mensal, cada reel sai por R$ 50, já com desconto.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24328" cy="3017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4 reels/mês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 reels editados por mês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1693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Cortes, ritmo e legendas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55264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R$ 50 por reel no pacote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639312"/>
            <a:ext cx="2167128" cy="0"/>
          </a:xfrm>
          <a:prstGeom prst="line">
            <a:avLst/>
          </a:prstGeom>
          <a:noFill/>
          <a:ln w="9525">
            <a:solidFill>
              <a:srgbClr val="C9A24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68680" y="377647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R$ 200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4165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R$ 50 por reel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83864" y="1828800"/>
            <a:ext cx="2624328" cy="3017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16642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1664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12464" y="2103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8 reels/mês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712464" y="25786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8 reels editados por mês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12464" y="291693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Cortes, ritmo e legendas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2464" y="3255264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R$ 50 por reel no pacote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12464" y="3639312"/>
            <a:ext cx="2167128" cy="0"/>
          </a:xfrm>
          <a:prstGeom prst="line">
            <a:avLst/>
          </a:prstGeom>
          <a:noFill/>
          <a:ln w="9525">
            <a:solidFill>
              <a:srgbClr val="C9A24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712464" y="377647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12464" y="397764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R$ 400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12464" y="44165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R$ 50 por reel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27648" y="1828800"/>
            <a:ext cx="2624328" cy="3017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103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avulso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556248" y="25786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 reel editado, sem pacote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56248" y="291693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Cortes, ritmo e legendas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56248" y="3255264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Ideal para demanda pontual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56248" y="3639312"/>
            <a:ext cx="2167128" cy="0"/>
          </a:xfrm>
          <a:prstGeom prst="line">
            <a:avLst/>
          </a:prstGeom>
          <a:noFill/>
          <a:ln w="9525">
            <a:solidFill>
              <a:srgbClr val="C9A24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556248" y="3776472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VÍDEO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56248" y="397764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R$ 65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56248" y="44165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compromisso mensal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· EDIÇÃO DE VÍDEO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TRABALHAR JUNTOS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e condições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pagamento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via Pix.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combinada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30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negociar uma data fixa mensal para o pagamento.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por entrega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pode ser pago sempre na entrega dos materiais do mês, o que for mais prático para a empresa.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extras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593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Thumbnails, capas, motion e cortes adicionais são possíveis mediante negociação à parte.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· EDIÇÃO DE VÍDEO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colocar seus reels em produção?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74904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pacote, já organizamos o calendário de envio e entrega do primeiro mês.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68172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RECRIA, AGÊNCIA DE MARKETING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32808" y="5166360"/>
            <a:ext cx="2926080" cy="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303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www.agenciarecria.com.br   ·   @agencia.recria   ·   @amandarecria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2026-07-28T22:20:36Z</dcterms:created>
  <dcterms:modified xsi:type="dcterms:W3CDTF">2026-07-28T22:20:36Z</dcterms:modified>
</cp:coreProperties>
</file>