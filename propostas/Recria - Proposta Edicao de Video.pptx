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NgGxe33yUlYysBdPhlKaihWhvhMpbtcPoRIfDknDtdU/edit?usp=sharing" TargetMode="External"/><Relationship Id="rId2" Type="http://schemas.openxmlformats.org/officeDocument/2006/relationships/hyperlink" Target="https://docs.google.com/document/d/1NgGxe33yUlYysBdPhlKaihWhvhMpbtcPoRIfDknDtdU/edit?usp=sharing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3" name="Image 0" descr="logo-recr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46120"/>
            <a:ext cx="457200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200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RECRIA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640080" y="3703320"/>
            <a:ext cx="5486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3840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Proposta de Parceria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44348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Edição de Vídeo para Reels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0080" y="50749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QUE PRENDE ATENÇÃO, NO RITMO QUE SUA MARCA PRECISA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54406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0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Terceirize a edição dos seus reels com quem já edita para diversos perfis, com identidade visual, cortes e ritmo pensados para reter audiência do primeiro ao último segundo.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VAI EDITAR SEUS REELS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Amanda, fundadora da Recria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falar de planos, um panorama rápido de quem cuida do seu conteúdo.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128016" cy="128016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288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11 anos de atuação no mercado, entre agências e negócios próprios.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578608"/>
            <a:ext cx="128016" cy="128016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45059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editou reels para negócios locais, comércios, clínicas, coprodutoras, mentorias, consultorias e marcas de e-commerce.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28016" cy="128016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07238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Passou por praticamente todas as frentes de marketing: estrategista, copywriter, designer, social media, audiovisual e roteirista.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822192"/>
            <a:ext cx="128016" cy="128016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694176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Fundadora da Recria desde 2024, cem por cento dedicada à agência.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498848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6E0D0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63600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significa para você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93776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editados com visão de estratégia, comunicação e ritmo, não só corte técnico — pensados para reter audiência e gerar resultado, um trabalho a quatro mãos entre a Recria e a sua equipe.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RECRIA · EDIÇÃO DE VÍDEO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PORTFÓLIO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Reels que já editamos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Reunimos em um único documento os reels já editados pela Recria para diversos perfis, de nichos e formatos diferentes, para você avaliar qualidade, ritmo e variedade de entrega.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8138160" cy="2377440"/>
          </a:xfrm>
          <a:prstGeom prst="roundRect">
            <a:avLst>
              <a:gd name="adj" fmla="val 3077"/>
            </a:avLst>
          </a:prstGeom>
          <a:solidFill>
            <a:srgbClr val="0D0D0D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6060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PORTFÓLIO EM VÍDEO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Veja os reels editados para outros perfis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34290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0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lista organizada com exemplos reais de edição entregues pela Recria — variedade de nichos, formatos e estilos de corte.</a:t>
            </a:r>
            <a:endParaRPr lang="en-US" sz="1250" dirty="0"/>
          </a:p>
        </p:txBody>
      </p:sp>
      <p:sp>
        <p:nvSpPr>
          <p:cNvPr id="9" name="Shape 7">
            <a:hlinkClick r:id="rId1" tooltip=""/>
          </p:cNvPr>
          <p:cNvSpPr/>
          <p:nvPr/>
        </p:nvSpPr>
        <p:spPr>
          <a:xfrm>
            <a:off x="1005840" y="4023360"/>
            <a:ext cx="3108960" cy="502920"/>
          </a:xfrm>
          <a:prstGeom prst="roundRect">
            <a:avLst>
              <a:gd name="adj" fmla="val 50909"/>
            </a:avLst>
          </a:prstGeom>
          <a:solidFill>
            <a:srgbClr val="C9A24B"/>
          </a:solidFill>
          <a:ln/>
        </p:spPr>
      </p:sp>
      <p:sp>
        <p:nvSpPr>
          <p:cNvPr id="10" name="Text 8">
            <a:hlinkClick r:id="rId2" tooltip=""/>
          </p:cNvPr>
          <p:cNvSpPr/>
          <p:nvPr/>
        </p:nvSpPr>
        <p:spPr>
          <a:xfrm>
            <a:off x="100584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PORTFÓLIO DE REELS →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RECRIA · EDIÇÃO DE VÍDEO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 mensal, sem complicação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587752" cy="2651760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28800"/>
            <a:ext cx="2130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2130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do bruto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880360"/>
            <a:ext cx="2130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envia os vídeos brutos gravados pela sua equipe todo mês.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83864" y="1600200"/>
            <a:ext cx="2587752" cy="2651760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12464" y="1828800"/>
            <a:ext cx="2130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712464" y="2468880"/>
            <a:ext cx="2130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Edição Recria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712464" y="2880360"/>
            <a:ext cx="2130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Cortes, ritmo, legendas e identidade visual aplicados a cada reel.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27648" y="1600200"/>
            <a:ext cx="2587752" cy="2651760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56248" y="1828800"/>
            <a:ext cx="2130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556248" y="2468880"/>
            <a:ext cx="2130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no prazo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56248" y="2880360"/>
            <a:ext cx="2130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prontos, no formato certo para publicar, dentro do pacote combinado.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6E0D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6634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 materiais extras (thumbnails, capas, cortes adicionais, motion)? Também fazemos, mediante negociação à parte.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RECRIA · EDIÇÃO DE VÍDEO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Planos de edição de reels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avulso de R$ 60 por reel. Em pacote mensal, cada reel sai por R$ 50, já com desconto.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93192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031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 4 reels/mês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4 reels editados por mês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29718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Cortes, ritmo e legendas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33375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R$ 50 por reel no pacote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14400" y="3749040"/>
            <a:ext cx="3383280" cy="0"/>
          </a:xfrm>
          <a:prstGeom prst="line">
            <a:avLst/>
          </a:prstGeom>
          <a:noFill/>
          <a:ln w="9525">
            <a:solidFill>
              <a:srgbClr val="C9A24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914400" y="38862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40873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R$ 200</a:t>
            </a:r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/mês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14400" y="4572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equivalente a R$ 50 por reel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846320" y="1828800"/>
            <a:ext cx="393192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22225">
            <a:solidFill>
              <a:srgbClr val="C9A24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0" y="166420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C9A24B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0" y="166420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20640" y="21031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 8 reels/mês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120640" y="2606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8 reels editados por mês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20640" y="29718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Cortes, ritmo e legendas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20640" y="33375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R$ 50 por reel no pacote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120640" y="3749040"/>
            <a:ext cx="3383280" cy="0"/>
          </a:xfrm>
          <a:prstGeom prst="line">
            <a:avLst/>
          </a:prstGeom>
          <a:noFill/>
          <a:ln w="9525">
            <a:solidFill>
              <a:srgbClr val="C9A24B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5120640" y="38862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20640" y="40873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R$ 400</a:t>
            </a:r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/mês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120640" y="4572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equivalente a R$ 50 por reel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RECRIA · EDIÇÃO DE VÍDEO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VAMOS TRABALHAR JUNTOS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Pagamento e condições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83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pagamento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3055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via Pix.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6002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1783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combinada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213055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Podemos negociar uma data fixa mensal para o pagamento.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06324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46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por entrega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5935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pode ser pago sempre na entrega dos materiais do mês — o que for mais prático para a empresa.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306324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3246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 extras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20640" y="35935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Thumbnails, capas, motion e cortes adicionais são possíveis mediante negociação à parte.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RECRIA · EDIÇÃO DE VÍDEO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889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Vamos colocar seus reels em produção?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88720" y="3749040"/>
            <a:ext cx="9814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Fechando o pacote, já organizamos o calendário de envio e entrega do primeiro mês.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0" y="43434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Amanda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0" y="468172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RECRIA, AGÊNCIA DE EDIÇÃO DE VÍDEO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32808" y="5166360"/>
            <a:ext cx="2926080" cy="0"/>
          </a:xfrm>
          <a:prstGeom prst="line">
            <a:avLst/>
          </a:prstGeom>
          <a:noFill/>
          <a:ln w="9525">
            <a:solidFill>
              <a:srgbClr val="5A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53035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www.agenciarecria.com.br   ·   @agencia.recria   ·   @amandarecria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2026-07-28T21:53:55Z</dcterms:created>
  <dcterms:modified xsi:type="dcterms:W3CDTF">2026-07-28T21:53:55Z</dcterms:modified>
</cp:coreProperties>
</file>